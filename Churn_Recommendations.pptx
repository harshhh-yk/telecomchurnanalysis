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Churn Rate by Contract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7F-3041-A6B8-F29E22420A9E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7F-3041-A6B8-F29E22420A9E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7F-3041-A6B8-F29E22420A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Two-year</c:v>
                </c:pt>
                <c:pt idx="1">
                  <c:v>One-year</c:v>
                </c:pt>
                <c:pt idx="2">
                  <c:v>Month-to-month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11.3</c:v>
                </c:pt>
                <c:pt idx="2">
                  <c:v>42.6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7F-3041-A6B8-F29E22420A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9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Churn Rate by Internet Service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18-D14C-AF69-BECF4B3797B9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18-D14C-AF69-BECF4B3797B9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18-D14C-AF69-BECF4B3797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internet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18.899999999999999</c:v>
                </c:pt>
                <c:pt idx="2">
                  <c:v>41.8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18-D14C-AF69-BECF4B3797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9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Customer Risk Segmentation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B4-EB44-8822-D3C2951F60FD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B4-EB44-8822-D3C2951F60FD}"/>
              </c:ext>
            </c:extLst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B4-EB44-8822-D3C2951F60F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B4-EB44-8822-D3C2951F60F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B4-EB44-8822-D3C2951F60F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B4-EB44-8822-D3C2951F60F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52.4</c:v>
                </c:pt>
                <c:pt idx="1">
                  <c:v>26.7</c:v>
                </c:pt>
                <c:pt idx="2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B4-EB44-8822-D3C2951F60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30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Customer Churn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retention strategy for the telecom customer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7,021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86384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high-risk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customers off month-to-month plans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15x the rate of two-year customers. This is the single biggest lever available.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migration incentives: a modest discount or loyalty credit for moving to a 1- or 2-year term.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add-ons (security, tech support) into annual plans — customers with these services already churn less.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outreach to fiber-optic, month-to-month customers in their first 90 days — where risk is highest.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0" y="1463040"/>
          <a:ext cx="4754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fiber &amp; payment friction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Fiber-optic customers churn at more than double the rate of DSL customers — likely a pricing or service-quality signal worth investigating directly with this group.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Electronic-check payers churn the most of any payment method. Incentivize a switch to autopay (bank transfer or card).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 security or tech support churn more — promote these as low-cost, high-retention add-ons.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0" y="1463040"/>
          <a:ext cx="4754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Operationalize the churn risk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model (80% accuracy, validated by two independent methods) scores every customer's churn probability today.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~21% scored High Risk to the retention team for proactive contact, before they show intent to leave.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monthly; track how many High Risk customers are saved after intervention to prove ROI.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length, and internet service type are the strongest, most consistent drivers — use them to tailor outreach scripts.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040880" y="1554480"/>
          <a:ext cx="4389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BD2F4A-356C-E772-2886-76BCF9DAF77E}"/>
              </a:ext>
            </a:extLst>
          </p:cNvPr>
          <p:cNvSpPr txBox="1"/>
          <p:nvPr/>
        </p:nvSpPr>
        <p:spPr>
          <a:xfrm>
            <a:off x="9667982" y="3821986"/>
            <a:ext cx="113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7CE0F-897A-DD50-05D4-3EB520AE5DCB}"/>
              </a:ext>
            </a:extLst>
          </p:cNvPr>
          <p:cNvSpPr txBox="1"/>
          <p:nvPr/>
        </p:nvSpPr>
        <p:spPr>
          <a:xfrm>
            <a:off x="7539519" y="4191318"/>
            <a:ext cx="149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F328C-0B9A-07F1-33EF-318AC48E43A6}"/>
              </a:ext>
            </a:extLst>
          </p:cNvPr>
          <p:cNvSpPr txBox="1"/>
          <p:nvPr/>
        </p:nvSpPr>
        <p:spPr>
          <a:xfrm>
            <a:off x="7827195" y="2688233"/>
            <a:ext cx="113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 customers leave — and we now know who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454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churn risk on month-to-month plans vs. two-year contracts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454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churn among fiber customers vs. DSL 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0454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can be flagged High Risk today for proactive outreach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business: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spend is most effective when aimed at contract length, not broad discounts — it directly addresses the biggest churn driver.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early-warning system already exists; the next step is putting it into the hands of the retention team.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</Words>
  <Application>Microsoft Macintosh PowerPoint</Application>
  <PresentationFormat>Widescreen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- Recommendations</dc:title>
  <dc:subject>PptxGenJS Presentation</dc:subject>
  <dc:creator>Churn Analytics</dc:creator>
  <cp:lastModifiedBy>Harshit Arora</cp:lastModifiedBy>
  <cp:revision>2</cp:revision>
  <dcterms:created xsi:type="dcterms:W3CDTF">2026-06-24T00:36:03Z</dcterms:created>
  <dcterms:modified xsi:type="dcterms:W3CDTF">2026-06-24T01:16:09Z</dcterms:modified>
</cp:coreProperties>
</file>